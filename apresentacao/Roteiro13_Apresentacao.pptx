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 —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Roteiro 13 – Integração, CI/CD, Containerização e Publicação no GHCR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HyperAutomation Soluções Digitais | AX Academy / IFAM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2 —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Objetivo da Solução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Integrar os 5 processos em uma automação única, autônoma, testada e containerizada publicada no GHCR.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3 —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Arquitetura Geral dos 5 Processos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Processo 1 (Atendimento) -&gt; Processo 2 (Organização) -&gt; Processo 3 (Cadastro) -&gt; Processo 4 (SAC) -&gt; Processo 5 (Relatórios)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4 — P1 &amp; 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Processos 1 e 2 Reutilizados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Reutilização dos módulos de leitura/validação de e-mails, extração PDF/OCR, Planilha Mestra Excel e arquivamento.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5 — P3 CADASTRO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Processo 3 — Setor de Cadastro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Validação de dados, checagem prévia de duplicidades (CPF), integração com API externa e mecanismo de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6 — P4 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Processo 4 — Setor de SAC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Protocolo SAC (SAC-YYYYMMDD-XXXX), notificação por e-mail/simulado, persistência JSON e medição de latência em 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7 — P5 RELATÓRIOS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Processo 5 — Relatórios &amp; Gerência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Consolidação de KPIs globais, taxa % de sucesso, indicadores e relatórios gerenciais versionados.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8 — INTEGRAÇÃO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Integração Real Entre os 5 Processos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Passagem direta de payloads entre processos encadeados no ponto de entrada bot.py / pai.bot.py.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9 — RESILIÊNCIA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Logs, Erros, Fallback &amp; Monitoramento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Padrão de logs estruturados com timestamp, tratamento de exceções sem crash e fallbacks dedicados.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10 —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Testes Automatizados (pytest &amp; pytest-cov)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34 testes unitários e de integração aprovados (100% de sucesso) com 61% de cobertura global.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11 —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Docker &amp; Containerização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Dockerfile otimizado baseado em python:3.14-slim com dependências do Playwright e bot.py.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12 —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GitHub Actions (.github/workflows/ci-cd.yml)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Esteira de CI (compileall + pytest) e CD (Docker build + GHCR push) condicional aos testes.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13 — GHCR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Publicação no GitHub Container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Push automático da imagem ghcr.io/codemartell/hyperautomation:latest usando secrets.GITHUB_TOKEN.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14 — VALIDAÇÃO GHCR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Validação da Imagem Publicada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docker pull ghcr.io/codemartell/hyperautomation:latest</a:t>
            </a:r>
            <a:br/>
            <a:r>
              <a:t>docker run --rm ghcr.io/codemartell/hyperautomation:latest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15 — FLUXO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Fluxo Completo da Atividade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Desenvolvimento -&gt; Testes -&gt; Docker -&gt; Git Push -&gt; GitHub Actions -&gt; Build GHCR -&gt; Docker Pull -&gt; Docker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16 —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Resultados Efetivamente Validados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Todos os 5 processos integrados, testes 100% aprovados, Docker funcional e CI/CD configurado.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17 —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Roteiro Prático de 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1. Executar bot.py</a:t>
            </a:r>
            <a:br/>
            <a:r>
              <a:t>2. Executar pytest -v</a:t>
            </a:r>
            <a:br/>
            <a:r>
              <a:t>3. Executar docker run</a:t>
            </a:r>
            <a:br/>
            <a:r>
              <a:t>4. Exibir GitHub Actions &amp; GHCR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233C"/>
                </a:solidFill>
                <a:latin typeface="Arial"/>
              </a:defRPr>
            </a:pPr>
            <a:r>
              <a:t>SLIDE 18 —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Conclusão &amp;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Solução 100% alinhada com todos os requisitos do Roteiro 13. Projeto concluído com sucesso!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